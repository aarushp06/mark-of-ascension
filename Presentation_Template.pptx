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1109960" cy="562356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2C3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2743200" cy="45720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3F2EF"/>
                </a:solidFill>
                <a:latin typeface="Georgia"/>
              </a:rPr>
              <a:t>Presentation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011680"/>
            <a:ext cx="5943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FC6D1"/>
                </a:solidFill>
                <a:latin typeface="Aptos"/>
              </a:rPr>
              <a:t>Subtitle or project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5074920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3F2EF"/>
                </a:solidFill>
                <a:latin typeface="Aptos"/>
              </a:rPr>
              <a:t>Your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376672"/>
            <a:ext cx="4754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C6D1"/>
                </a:solidFill>
                <a:latin typeface="Aptos"/>
              </a:rPr>
              <a:t>Course / Teacher /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051560"/>
            <a:ext cx="2651760" cy="438912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30768" y="1371600"/>
            <a:ext cx="1920240" cy="18288"/>
          </a:xfrm>
          <a:prstGeom prst="rect">
            <a:avLst/>
          </a:prstGeom>
          <a:solidFill>
            <a:srgbClr val="6F8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30768" y="1627632"/>
            <a:ext cx="1325880" cy="18288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Georgia"/>
              </a:rPr>
              <a:t>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606040"/>
            <a:ext cx="1920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FC6D1"/>
                </a:solidFill>
                <a:latin typeface="Aptos"/>
              </a:rPr>
              <a:t>Reusable
School-friendly
Dark fantasy theme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Course /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Presenter Name |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43000"/>
            <a:ext cx="10698480" cy="438912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2C3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51560" y="2011680"/>
            <a:ext cx="1737360" cy="45720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24028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88036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FC6D1"/>
                </a:solidFill>
                <a:latin typeface="Aptos"/>
              </a:rPr>
              <a:t>Short divider statement or transition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411480"/>
            <a:ext cx="1097280" cy="109728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49840" y="640080"/>
            <a:ext cx="685800" cy="18288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49840" y="841248"/>
            <a:ext cx="438912" cy="18288"/>
          </a:xfrm>
          <a:prstGeom prst="rect">
            <a:avLst/>
          </a:prstGeom>
          <a:solidFill>
            <a:srgbClr val="6F8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Course /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Presenter Name | 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Use for standard explanations, definitions, or key 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972800" cy="434340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2C3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98755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First main point goes here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Second point with room for explanation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Third point to support the topic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Optional final takeaway or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Course /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Presenter Name | 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Two-Column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Useful for splitting ideas, evidence, or explanation and example.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57800" cy="434340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2C3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554480"/>
            <a:ext cx="5257800" cy="434340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2C3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>Left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663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Main idea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Supporting detail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Example or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>Right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331720"/>
            <a:ext cx="4663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Comparison point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Supporting detail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Example or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Course /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Presenter Name |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Image-Focused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Designed for screenshots, diagrams, maps, or figures.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7863840" cy="448056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7498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FC6D1"/>
                </a:solidFill>
                <a:latin typeface="Aptos"/>
              </a:rPr>
              <a:t>Replace with image / chart /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600200"/>
            <a:ext cx="2423160" cy="448056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2C3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1874519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>Caption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331720"/>
            <a:ext cx="18288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FC6D1"/>
                </a:solidFill>
                <a:latin typeface="Aptos"/>
              </a:rPr>
              <a:t>Short explanation of what the image shows and why it matters.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49834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C6D1"/>
                </a:solidFill>
                <a:latin typeface="Aptos"/>
              </a:rPr>
              <a:t>Source / Figure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Course /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Presenter Name |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Comparison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Use for pros/cons, before/after, or two competing ideas.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846320" cy="361188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4846320" cy="361188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84831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2EF"/>
                </a:solidFill>
                <a:latin typeface="Georgia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84831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3F2EF"/>
                </a:solidFill>
                <a:latin typeface="Georgia"/>
              </a:rPr>
              <a:t>Option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Point one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Point two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Point three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603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63240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Point one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Point two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Point three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Course /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Presenter Name | 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Timeline /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Best for steps, workflows, or chronological events.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46120"/>
            <a:ext cx="9875520" cy="27432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1280160" cy="128016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3F2E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2EF"/>
                </a:solidFill>
                <a:latin typeface="Aptos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8912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FC6D1"/>
                </a:solidFill>
                <a:latin typeface="Aptos"/>
              </a:rPr>
              <a:t>Introduce the first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560320"/>
            <a:ext cx="1280160" cy="128016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9260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3F2E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0233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2EF"/>
                </a:solidFill>
                <a:latin typeface="Aptos"/>
              </a:rPr>
              <a:t>Step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8912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FC6D1"/>
                </a:solidFill>
                <a:latin typeface="Aptos"/>
              </a:rPr>
              <a:t>Explain the next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1280160" cy="128016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3F2E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0233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2EF"/>
                </a:solidFill>
                <a:latin typeface="Aptos"/>
              </a:rPr>
              <a:t>Step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38912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FC6D1"/>
                </a:solidFill>
                <a:latin typeface="Aptos"/>
              </a:rPr>
              <a:t>Show development or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560320"/>
            <a:ext cx="1280160" cy="128016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C8A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92608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3F2EF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0233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3F2EF"/>
                </a:solidFill>
                <a:latin typeface="Aptos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389120"/>
            <a:ext cx="2103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FC6D1"/>
                </a:solidFill>
                <a:latin typeface="Aptos"/>
              </a:rPr>
              <a:t>End with outcome or reflection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Course /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Presenter Name | 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2103120" cy="36576"/>
          </a:xfrm>
          <a:prstGeom prst="rect">
            <a:avLst/>
          </a:prstGeom>
          <a:solidFill>
            <a:srgbClr val="C8A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3F2EF"/>
                </a:solidFill>
                <a:latin typeface="Georg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C6D1"/>
                </a:solidFill>
                <a:latin typeface="Aptos"/>
              </a:rPr>
              <a:t>Wrap up the main idea and end with a clear final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400800" cy="4297680"/>
          </a:xfrm>
          <a:prstGeom prst="roundRect">
            <a:avLst/>
          </a:prstGeom>
          <a:solidFill>
            <a:srgbClr val="1A2230"/>
          </a:solidFill>
          <a:ln w="12700">
            <a:solidFill>
              <a:srgbClr val="2C3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F2EF"/>
                </a:solidFill>
                <a:latin typeface="Georgia"/>
              </a:rPr>
              <a:t>Final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3F2EF"/>
                </a:solidFill>
                <a:latin typeface="Apto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5486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Restate the most important idea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Mention one supporting insight</a:t>
            </a:r>
          </a:p>
          <a:p>
            <a:pPr>
              <a:spcAft>
                <a:spcPts val="1000"/>
              </a:spcAft>
              <a:defRPr sz="2200">
                <a:solidFill>
                  <a:srgbClr val="BFC6D1"/>
                </a:solidFill>
                <a:latin typeface="Aptos"/>
              </a:defRPr>
            </a:pPr>
            <a:r>
              <a:t>Close with a clear ending 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657600" cy="4297680"/>
          </a:xfrm>
          <a:prstGeom prst="roundRect">
            <a:avLst/>
          </a:prstGeom>
          <a:solidFill>
            <a:srgbClr val="202B3D"/>
          </a:solidFill>
          <a:ln w="12700">
            <a:solidFill>
              <a:srgbClr val="6F8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1488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3F2EF"/>
                </a:solidFill>
                <a:latin typeface="Georgia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97180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BFC6D1"/>
                </a:solidFill>
                <a:latin typeface="Aptos"/>
              </a:rPr>
              <a:t>Questions
or discussion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236208"/>
            <a:ext cx="10908792" cy="13716"/>
          </a:xfrm>
          <a:prstGeom prst="rect">
            <a:avLst/>
          </a:prstGeom>
          <a:solidFill>
            <a:srgbClr val="2C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629107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FC6D1"/>
                </a:solidFill>
                <a:latin typeface="Aptos"/>
              </a:rPr>
              <a:t>Course /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62910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BFC6D1"/>
                </a:solidFill>
                <a:latin typeface="Aptos"/>
              </a:rPr>
              <a:t>Presenter Name |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