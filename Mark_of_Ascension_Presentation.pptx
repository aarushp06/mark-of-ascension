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tGPT Image May 13, 2026, 05_47_32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A223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731520"/>
            <a:ext cx="6126480" cy="521208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6F8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2560320" cy="45720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5394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3F2EF"/>
                </a:solidFill>
                <a:latin typeface="Georgia"/>
              </a:rPr>
              <a:t>Mark of Ascension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BFC6D1"/>
                </a:solidFill>
                <a:latin typeface="Aptos"/>
              </a:rPr>
              <a:t>A 2D top-down dark fantasy action game built in 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5262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2EF"/>
                </a:solidFill>
                <a:latin typeface="Aptos"/>
              </a:rPr>
              <a:t>Game Development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4632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C6D1"/>
                </a:solidFill>
                <a:latin typeface="Aptos"/>
              </a:rPr>
              <a:t>Aarush Patel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10235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C6D1"/>
                </a:solidFill>
                <a:latin typeface="Aptos"/>
              </a:rPr>
              <a:t>Built from the current Unity project repository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236208"/>
            <a:ext cx="10908792" cy="13716"/>
          </a:xfrm>
          <a:prstGeom prst="rect">
            <a:avLst/>
          </a:prstGeom>
          <a:solidFill>
            <a:srgbClr val="2C3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2910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FC6D1"/>
                </a:solidFill>
                <a:latin typeface="Aptos"/>
              </a:rPr>
              <a:t>Mark of Ascension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6291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BFC6D1"/>
                </a:solidFill>
                <a:latin typeface="Aptos"/>
              </a:rPr>
              <a:t>Game Development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103120" cy="36576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2EF"/>
                </a:solidFill>
                <a:latin typeface="Georgia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C6D1"/>
                </a:solidFill>
                <a:latin typeface="Aptos"/>
              </a:rPr>
              <a:t>High-level concept and scope based on the current repo.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972800" cy="434340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1A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2EF"/>
                </a:solidFill>
                <a:latin typeface="Aptos"/>
              </a:rPr>
              <a:t>What The Game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39"/>
            <a:ext cx="98755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A 2D top-down action game with a dark fantasy setting and stage-based progression.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The player clears enemy waves, defeats bosses, and unlocks stronger abilities between stages.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The project includes a full playable loop from main menu to final-stage victory.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Built in Unity with separate scene, gameplay, UI, progression, and audio systems.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36208"/>
            <a:ext cx="10908792" cy="13716"/>
          </a:xfrm>
          <a:prstGeom prst="rect">
            <a:avLst/>
          </a:prstGeom>
          <a:solidFill>
            <a:srgbClr val="2C3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2910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FC6D1"/>
                </a:solidFill>
                <a:latin typeface="Aptos"/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6291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BFC6D1"/>
                </a:solidFill>
                <a:latin typeface="Aptos"/>
              </a:rPr>
              <a:t>Source: README.md + Assets/Scripts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103120" cy="36576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2EF"/>
                </a:solidFill>
                <a:latin typeface="Georgia"/>
              </a:rPr>
              <a:t>Visual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C6D1"/>
                </a:solidFill>
                <a:latin typeface="Aptos"/>
              </a:rPr>
              <a:t>The project uses a dark fantasy presentation style consistent with the game theme.</a:t>
            </a:r>
          </a:p>
        </p:txBody>
      </p:sp>
      <p:pic>
        <p:nvPicPr>
          <p:cNvPr id="5" name="Picture 4" descr="ChatGPT Image May 13, 2026, 05_47_32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7315200" cy="4434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21040" y="1691640"/>
            <a:ext cx="3154680" cy="443484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1A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196596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2EF"/>
                </a:solidFill>
                <a:latin typeface="Georgia"/>
              </a:rPr>
              <a:t>Art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4688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2E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971800"/>
            <a:ext cx="23774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Dark fantasy mood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Readable top-down presentation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Room for bosses, hazards, and progression feedback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School-friendly without losing visual identity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236208"/>
            <a:ext cx="10908792" cy="13716"/>
          </a:xfrm>
          <a:prstGeom prst="rect">
            <a:avLst/>
          </a:prstGeom>
          <a:solidFill>
            <a:srgbClr val="2C3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2910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FC6D1"/>
                </a:solidFill>
                <a:latin typeface="Aptos"/>
              </a:rPr>
              <a:t>Visual Theme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291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BFC6D1"/>
                </a:solidFill>
                <a:latin typeface="Aptos"/>
              </a:rPr>
              <a:t>Project art asset in Assets/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103120" cy="36576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2EF"/>
                </a:solidFill>
                <a:latin typeface="Georgia"/>
              </a:rPr>
              <a:t>Gameplay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C6D1"/>
                </a:solidFill>
                <a:latin typeface="Aptos"/>
              </a:rPr>
              <a:t>The current progression loop is scene-based and easy to explain to players.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54680"/>
            <a:ext cx="9875520" cy="27432"/>
          </a:xfrm>
          <a:prstGeom prst="rect">
            <a:avLst/>
          </a:prstGeom>
          <a:solidFill>
            <a:srgbClr val="6F8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514600"/>
            <a:ext cx="1371600" cy="1234440"/>
          </a:xfrm>
          <a:prstGeom prst="roundRect">
            <a:avLst/>
          </a:prstGeom>
          <a:solidFill>
            <a:srgbClr val="202B3D"/>
          </a:solidFill>
          <a:ln w="12700">
            <a:solidFill>
              <a:srgbClr val="C8A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3F2E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8862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2EF"/>
                </a:solidFill>
                <a:latin typeface="Aptos"/>
              </a:rPr>
              <a:t>Main 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4224528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C6D1"/>
                </a:solidFill>
                <a:latin typeface="Aptos"/>
              </a:rPr>
              <a:t>Start game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514600"/>
            <a:ext cx="1371600" cy="123444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6F8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7432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3F2E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8862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2EF"/>
                </a:solidFill>
                <a:latin typeface="Aptos"/>
              </a:rPr>
              <a:t>Lobby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4224528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C6D1"/>
                </a:solidFill>
                <a:latin typeface="Aptos"/>
              </a:rPr>
              <a:t>Prepare and choose stage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2514600"/>
            <a:ext cx="1371600" cy="1234440"/>
          </a:xfrm>
          <a:prstGeom prst="roundRect">
            <a:avLst/>
          </a:prstGeom>
          <a:solidFill>
            <a:srgbClr val="202B3D"/>
          </a:solidFill>
          <a:ln w="12700">
            <a:solidFill>
              <a:srgbClr val="C8A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7432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3F2EF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8862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2EF"/>
                </a:solidFill>
                <a:latin typeface="Aptos"/>
              </a:rPr>
              <a:t>Stage01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224528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C6D1"/>
                </a:solidFill>
                <a:latin typeface="Aptos"/>
              </a:rPr>
              <a:t>Intro combat and boss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2514600"/>
            <a:ext cx="1371600" cy="123444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6F8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7432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3F2EF"/>
                </a:solidFill>
                <a:latin typeface="Georg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8862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2EF"/>
                </a:solidFill>
                <a:latin typeface="Aptos"/>
              </a:rPr>
              <a:t>Stage02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224528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C6D1"/>
                </a:solidFill>
                <a:latin typeface="Aptos"/>
              </a:rPr>
              <a:t>Stronger enemies and reward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2514600"/>
            <a:ext cx="1371600" cy="1234440"/>
          </a:xfrm>
          <a:prstGeom prst="roundRect">
            <a:avLst/>
          </a:prstGeom>
          <a:solidFill>
            <a:srgbClr val="202B3D"/>
          </a:solidFill>
          <a:ln w="12700">
            <a:solidFill>
              <a:srgbClr val="C8A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19" y="27432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3F2EF"/>
                </a:solidFill>
                <a:latin typeface="Georgi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19" y="38862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2EF"/>
                </a:solidFill>
                <a:latin typeface="Aptos"/>
              </a:rPr>
              <a:t>Stage03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59" y="4224528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C6D1"/>
                </a:solidFill>
                <a:latin typeface="Aptos"/>
              </a:rPr>
              <a:t>Final boss and victory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492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BFC6D1"/>
                </a:solidFill>
                <a:latin typeface="Aptos"/>
              </a:rPr>
              <a:t>Core loop: clear enemies -&gt; unlock boss path -&gt; defeat boss -&gt; earn reward -&gt; use portal to continue or return.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236208"/>
            <a:ext cx="10908792" cy="13716"/>
          </a:xfrm>
          <a:prstGeom prst="rect">
            <a:avLst/>
          </a:prstGeom>
          <a:solidFill>
            <a:srgbClr val="2C3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2910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FC6D1"/>
                </a:solidFill>
                <a:latin typeface="Aptos"/>
              </a:rPr>
              <a:t>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6291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BFC6D1"/>
                </a:solidFill>
                <a:latin typeface="Aptos"/>
              </a:rPr>
              <a:t>MainMenu -&gt; SC_Lobby -&gt; Stage01 -&gt; Stage02 -&gt; Stage03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103120" cy="36576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2EF"/>
                </a:solidFill>
                <a:latin typeface="Georgia"/>
              </a:rPr>
              <a:t>Stage Progression and Rewards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C6D1"/>
                </a:solidFill>
                <a:latin typeface="Aptos"/>
              </a:rPr>
              <a:t>Each stage adds difficulty and gives a meaningful gameplay upgrade.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2743200" cy="402336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C8A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57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2EF"/>
                </a:solidFill>
                <a:latin typeface="Georgia"/>
              </a:rPr>
              <a:t>Stage01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5603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2EF"/>
                </a:solidFill>
                <a:latin typeface="Apto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063240"/>
            <a:ext cx="22860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Early dungeon introduction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Wave clear unlocks boss path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Reward: Poison Strike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Bonus: Max Health +2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05072" y="1828800"/>
            <a:ext cx="2743200" cy="4023360"/>
          </a:xfrm>
          <a:prstGeom prst="roundRect">
            <a:avLst/>
          </a:prstGeom>
          <a:solidFill>
            <a:srgbClr val="202B3D"/>
          </a:solidFill>
          <a:ln w="12700">
            <a:solidFill>
              <a:srgbClr val="6F8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2057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2EF"/>
                </a:solidFill>
                <a:latin typeface="Georgia"/>
              </a:rPr>
              <a:t>Stage02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5603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2E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063240"/>
            <a:ext cx="22860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Tougher fortress stage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Stronger mid-game combat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Reward: Flame Strike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Bonus: damage up + faster attacks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048" y="1828800"/>
            <a:ext cx="2743200" cy="402336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C8A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43216" y="2057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2EF"/>
                </a:solidFill>
                <a:latin typeface="Georgia"/>
              </a:rPr>
              <a:t>Stage03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3216" y="25603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2E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3216" y="3063240"/>
            <a:ext cx="22860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Dark fortress finale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Hazards + final boss pressure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Reward: victory state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Outcome: run complete message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236208"/>
            <a:ext cx="10908792" cy="13716"/>
          </a:xfrm>
          <a:prstGeom prst="rect">
            <a:avLst/>
          </a:prstGeom>
          <a:solidFill>
            <a:srgbClr val="2C3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62910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FC6D1"/>
                </a:solidFill>
                <a:latin typeface="Aptos"/>
              </a:rPr>
              <a:t>Stages &amp; Rewards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6291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BFC6D1"/>
                </a:solidFill>
                <a:latin typeface="Aptos"/>
              </a:rPr>
              <a:t>Source: README.md + PlayerProgression.cs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103120" cy="36576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2EF"/>
                </a:solidFill>
                <a:latin typeface="Georgia"/>
              </a:rPr>
              <a:t>Core Gameplay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C6D1"/>
                </a:solidFill>
                <a:latin typeface="Aptos"/>
              </a:rPr>
              <a:t>The project combines player, combat, progression, UI, and feedback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49240" cy="425196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1A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1645920"/>
            <a:ext cx="5349240" cy="425196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1A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2EF"/>
                </a:solidFill>
                <a:latin typeface="Aptos"/>
              </a:rPr>
              <a:t>Gameplay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46634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Persistent player spawning across scenes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Top-down movement and melee attack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Enemy AI with contact damage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Boss spawning after enemy-wave clear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Hazard zones that punish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2EF"/>
                </a:solidFill>
                <a:latin typeface="Aptos"/>
              </a:rPr>
              <a:t>Feedback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23160"/>
            <a:ext cx="46634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Level-up reward notifications between stages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Poison and fire damage-over-time effects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Audio for combat, boss events, portals, and lobby music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Game-over flow with return to main menu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Final victory message after Stage03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236208"/>
            <a:ext cx="10908792" cy="13716"/>
          </a:xfrm>
          <a:prstGeom prst="rect">
            <a:avLst/>
          </a:prstGeom>
          <a:solidFill>
            <a:srgbClr val="2C3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2910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FC6D1"/>
                </a:solidFill>
                <a:latin typeface="Aptos"/>
              </a:rPr>
              <a:t>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6291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BFC6D1"/>
                </a:solidFill>
                <a:latin typeface="Aptos"/>
              </a:rPr>
              <a:t>Gameplay + UI + Audio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103120" cy="36576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2EF"/>
                </a:solidFill>
                <a:latin typeface="Georgia"/>
              </a:rPr>
              <a:t>Technical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C6D1"/>
                </a:solidFill>
                <a:latin typeface="Aptos"/>
              </a:rPr>
              <a:t>The repo is organized around scenes, gameplay scripts, and UI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257800" cy="429768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1A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1691640"/>
            <a:ext cx="5257800" cy="429768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1A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2EF"/>
                </a:solidFill>
                <a:latin typeface="Aptos"/>
              </a:rPr>
              <a:t>Important Folders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46634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Assets/Scenes: MainMenu, SC_Lobby, Stage01, Stage02, Stage03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Assets/Scripts/Gameplay: combat, AI, portals, hazards, progression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Assets/Scripts/UI: menu flow, health bar, reward notifications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Assets/Resources/Audio: reusable sound effects and music clips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2EF"/>
                </a:solidFill>
                <a:latin typeface="Aptos"/>
              </a:rPr>
              <a:t>Key Scripts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634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PlayerProgression.cs manages rewards and victory states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Stage01FlowController.cs handles enemy waves, boss spawn, and portal unlock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ScenePortal.cs manages scene transitions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GameAudio.cs centralizes audio playback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236208"/>
            <a:ext cx="10908792" cy="13716"/>
          </a:xfrm>
          <a:prstGeom prst="rect">
            <a:avLst/>
          </a:prstGeom>
          <a:solidFill>
            <a:srgbClr val="2C3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2910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FC6D1"/>
                </a:solidFill>
                <a:latin typeface="Aptos"/>
              </a:rPr>
              <a:t>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6291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BFC6D1"/>
                </a:solidFill>
                <a:latin typeface="Aptos"/>
              </a:rPr>
              <a:t>Source: Assets/Scenes + Assets/Scripts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103120" cy="36576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2EF"/>
                </a:solidFill>
                <a:latin typeface="Georgia"/>
              </a:rPr>
              <a:t>How The Progression Loop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C6D1"/>
                </a:solidFill>
                <a:latin typeface="Aptos"/>
              </a:rPr>
              <a:t>The gameplay loop is implemented as a clear chain of events inside the project scripts.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3200400"/>
            <a:ext cx="9875520" cy="27432"/>
          </a:xfrm>
          <a:prstGeom prst="rect">
            <a:avLst/>
          </a:prstGeom>
          <a:solidFill>
            <a:srgbClr val="6F8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514600"/>
            <a:ext cx="1325880" cy="1325880"/>
          </a:xfrm>
          <a:prstGeom prst="roundRect">
            <a:avLst/>
          </a:prstGeom>
          <a:solidFill>
            <a:srgbClr val="202B3D"/>
          </a:solidFill>
          <a:ln w="12700">
            <a:solidFill>
              <a:srgbClr val="C8A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798064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2EF"/>
                </a:solidFill>
                <a:latin typeface="Aptos"/>
              </a:rPr>
              <a:t>Enemy wave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4069080"/>
            <a:ext cx="1737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C6D1"/>
                </a:solidFill>
                <a:latin typeface="Aptos"/>
              </a:rPr>
              <a:t>Small enemies are tracked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514600"/>
            <a:ext cx="1325880" cy="132588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6F8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2798064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2EF"/>
                </a:solidFill>
                <a:latin typeface="Aptos"/>
              </a:rPr>
              <a:t>Boss unlock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1" y="4069080"/>
            <a:ext cx="1737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C6D1"/>
                </a:solidFill>
                <a:latin typeface="Aptos"/>
              </a:rPr>
              <a:t>Path blockers are removed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2514600"/>
            <a:ext cx="1325880" cy="1325880"/>
          </a:xfrm>
          <a:prstGeom prst="roundRect">
            <a:avLst/>
          </a:prstGeom>
          <a:solidFill>
            <a:srgbClr val="202B3D"/>
          </a:solidFill>
          <a:ln w="12700">
            <a:solidFill>
              <a:srgbClr val="C8A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5192" y="2798064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2EF"/>
                </a:solidFill>
                <a:latin typeface="Aptos"/>
              </a:rPr>
              <a:t>Boss spawn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4069080"/>
            <a:ext cx="1737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C6D1"/>
                </a:solidFill>
                <a:latin typeface="Aptos"/>
              </a:rPr>
              <a:t>Boss is instantiated and configured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514600"/>
            <a:ext cx="1325880" cy="132588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6F8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76872" y="2798064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2EF"/>
                </a:solidFill>
                <a:latin typeface="Aptos"/>
              </a:rPr>
              <a:t>Reward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4069080"/>
            <a:ext cx="1737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C6D1"/>
                </a:solidFill>
                <a:latin typeface="Aptos"/>
              </a:rPr>
              <a:t>PlayerProgression grants upgrade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514600"/>
            <a:ext cx="1325880" cy="1325880"/>
          </a:xfrm>
          <a:prstGeom prst="roundRect">
            <a:avLst/>
          </a:prstGeom>
          <a:solidFill>
            <a:srgbClr val="202B3D"/>
          </a:solidFill>
          <a:ln w="12700">
            <a:solidFill>
              <a:srgbClr val="C8A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2798064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3F2EF"/>
                </a:solidFill>
                <a:latin typeface="Aptos"/>
              </a:rPr>
              <a:t>Portal exit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4069080"/>
            <a:ext cx="1737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FC6D1"/>
                </a:solidFill>
                <a:latin typeface="Aptos"/>
              </a:rPr>
              <a:t>Scene portal or victory message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BFC6D1"/>
                </a:solidFill>
                <a:latin typeface="Aptos"/>
              </a:rPr>
              <a:t>This structure makes the project easy to extend with additional stages, rewards, and boss encounters later.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236208"/>
            <a:ext cx="10908792" cy="13716"/>
          </a:xfrm>
          <a:prstGeom prst="rect">
            <a:avLst/>
          </a:prstGeom>
          <a:solidFill>
            <a:srgbClr val="2C3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2910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FC6D1"/>
                </a:solidFill>
                <a:latin typeface="Aptos"/>
              </a:rPr>
              <a:t>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6291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BFC6D1"/>
                </a:solidFill>
                <a:latin typeface="Aptos"/>
              </a:rPr>
              <a:t>Stage01FlowController.cs + PlayerProgression.cs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103120" cy="36576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2EF"/>
                </a:solidFill>
                <a:latin typeface="Georgia"/>
              </a:rPr>
              <a:t>Current Status and 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C6D1"/>
                </a:solidFill>
                <a:latin typeface="Aptos"/>
              </a:rPr>
              <a:t>What is already working in the project right now.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881360" cy="434340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1A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2EF"/>
                </a:solidFill>
                <a:latin typeface="Aptos"/>
              </a:rPr>
              <a:t>Playable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99669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Full flow from main menu to final stage is implemented.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Boss rewards directly change combat by unlocking poison and fire effects.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UI gives feedback through health bars, reward popups, death flow, and final victory messaging.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Audio support now covers combat, boss events, portal actions, and lobby music.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The codebase is organized enough to keep expanding with more stages or polish.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36208"/>
            <a:ext cx="10908792" cy="13716"/>
          </a:xfrm>
          <a:prstGeom prst="rect">
            <a:avLst/>
          </a:prstGeom>
          <a:solidFill>
            <a:srgbClr val="2C3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2910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FC6D1"/>
                </a:solidFill>
                <a:latin typeface="Aptos"/>
              </a:rPr>
              <a:t>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6291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BFC6D1"/>
                </a:solidFill>
                <a:latin typeface="Aptos"/>
              </a:rPr>
              <a:t>Current repo build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103120" cy="36576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2EF"/>
                </a:solidFill>
                <a:latin typeface="Georgia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C6D1"/>
                </a:solidFill>
                <a:latin typeface="Aptos"/>
              </a:rPr>
              <a:t>Mark of Ascension already demonstrates a complete gameplay loop and clear progression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6446520" cy="416052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1A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52360" y="1737360"/>
            <a:ext cx="3703320" cy="4160520"/>
          </a:xfrm>
          <a:prstGeom prst="roundRect">
            <a:avLst/>
          </a:prstGeom>
          <a:solidFill>
            <a:srgbClr val="202B3D"/>
          </a:solidFill>
          <a:ln w="12700">
            <a:solidFill>
              <a:srgbClr val="20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5715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2EF"/>
                </a:solidFill>
                <a:latin typeface="Aptos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57150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The project combines gameplay, progression, UI, and audio into one coherent loop.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Its stage-based structure makes the design easy to explain and easy to expand.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The current repo already supports a strong class presentation because the systems are visible in both scenes and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402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3F2EF"/>
                </a:solidFill>
                <a:latin typeface="Georgia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06324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BFC6D1"/>
                </a:solidFill>
                <a:latin typeface="Aptos"/>
              </a:rPr>
              <a:t>Questions
or discussion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236208"/>
            <a:ext cx="10908792" cy="13716"/>
          </a:xfrm>
          <a:prstGeom prst="rect">
            <a:avLst/>
          </a:prstGeom>
          <a:solidFill>
            <a:srgbClr val="2C3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2910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FC6D1"/>
                </a:solidFill>
                <a:latin typeface="Aptos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6291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BFC6D1"/>
                </a:solidFill>
                <a:latin typeface="Aptos"/>
              </a:rPr>
              <a:t>Mark of Ascension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